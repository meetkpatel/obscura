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Product name + tagline. Say: "This is Obscura — redaction that never leaves the room."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on the numbers: 1.5M, 267k backlog +33%, $723M. Then the failures: Epstein, Meta — they copied text out from under the black boxes. A black box over live text is not redaction.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trap: the document IS the secret. Uploading it to cloud AI is the leak. For CUI/privilege/ITAR it is illegal, not just risky. The fast tool is the forbidden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LIVE demo here. Walk the 5 steps as you do them. Emphasize hybrid: rules + Gemma, neither alone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shot. Do the copy-paste test live if possible. Hold up airplane mode. "Nothing left this machine."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not judgment; true redaction; Apache 2.0 open weights; the legal moat. "Not our preference — the law."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Market: FOIA anchor, HIPAA, legal, defense. Budget + mandate + no cloud. On-prem appliance.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Pause. "Thank you." Then Q&amp;A — see script for the six prepared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OBSCURA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685800" y="3154680"/>
            <a:ext cx="3017520" cy="1463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that never leaves the room.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that finds every sensitive detail in a document — and destroys it. Powered by Gemma 4. No network, ever.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235440" y="914400"/>
            <a:ext cx="219456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325880"/>
            <a:ext cx="182880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1737360"/>
            <a:ext cx="14630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largest redactors on earth are drowning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45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1.5M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 requests in FY2024  (+25%)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45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267,056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07992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backlog  (+33% in one year)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645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$723M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02752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processing — mostly by hand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A1113"/>
          </a:solidFill>
          <a:ln w="12700">
            <a:solidFill>
              <a:srgbClr val="402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redaction is rushed, it fails catastrophically: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4343400"/>
            <a:ext cx="201168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2793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Epstein files (Dec 2025) — readers copied the text out from under the black boxes.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800600"/>
            <a:ext cx="201168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7365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v. FTC (2025) — competitor secrets un-redacted by copy-paste within hours of filing.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5257800"/>
            <a:ext cx="201168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51937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Manafort (2019), Snowden/NYT (2014) — same mistake, same highlight-copy-paste.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box over live text is not redaction. The data is still there.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why not just point AI at it?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Because the document IS the secret.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classified, privileged, or export-controlled file to a cloud AI to ask "what’s sensitive here?" — that upload is the disclosure you’re trying to prevent.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84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CUI / records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360273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processed on commercial cloud that can’t guarantee US-person handling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53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Attorney-client privilege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44714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exposure risks waiver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321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ITAR / export-controlled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534009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transmission can be a felony — up to $1M and 20 years (22 CFR 127)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 tool is the forbidden tool. Until now.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Obscura — the redaction pipeline, entirely on your laptop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914400" cy="1097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4231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PDF or image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98064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DETECT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35224" y="2212848"/>
            <a:ext cx="914400" cy="1097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4231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+ rules find every sensitive item, return coordinates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47488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84648" y="2212848"/>
            <a:ext cx="914400" cy="1097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175504" y="24231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accepts / rejects — human in the loop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96912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REDACT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34072" y="2212848"/>
            <a:ext cx="914400" cy="1097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424928" y="24231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filled boxes into the pixels, flatten, export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46336" y="155448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AUDIT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83496" y="2212848"/>
            <a:ext cx="914400" cy="1097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74352" y="24231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— a defensible trail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A18"/>
          </a:solidFill>
          <a:ln w="12700">
            <a:solidFill>
              <a:srgbClr val="1948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detection = why it’s trustworthy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 </a:t>
            </a:r>
            <a:pPr algn="l" indent="0" marL="0">
              <a:buNone/>
            </a:pPr>
            <a:r>
              <a:rPr lang="en-US" sz="14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structured data — SSNs, card numbers (Luhn), emails — perfectly.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vision  </a:t>
            </a:r>
            <a:pPr algn="l" indent="0" marL="0">
              <a:buNone/>
            </a:pPr>
            <a:r>
              <a:rPr lang="en-US" sz="14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rest — names, addresses, signatures, faces — and returns [y1,x1,y2,x2] boxes.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alone is enough. Together + a human reviewer, they miss nothing.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proof: we destroy the data, and show it’s gone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Jane A. Doe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SSN:  431-88-2190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DOB:  04 / 12 / 1979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 22 Ivy Ln, Irvine CA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35240" y="2194560"/>
            <a:ext cx="356616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SSN: 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5240" y="2697480"/>
            <a:ext cx="301752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DOB: 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3200400"/>
            <a:ext cx="356616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35240" y="3703320"/>
            <a:ext cx="301752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9834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0F1A18"/>
          </a:solidFill>
          <a:ln w="12700">
            <a:solidFill>
              <a:srgbClr val="1948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303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test: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text under a box → nothing there. No text layer survives.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52303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 ·  NO NETWORK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works — and why it couldn’t, until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28800"/>
            <a:ext cx="640080" cy="1280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not judgment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officer clears every page. We bias to over-redact — a false positive is one click; a false negative is a breach.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28800"/>
            <a:ext cx="640080" cy="1280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redaction by default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to image, boxes burned in, flattened. Structurally incapable of the Epstein mistake.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77640"/>
            <a:ext cx="640080" cy="1280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4, Apache 2.0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= it runs inside the agency firewall. Native box coordinates + OCR, no cloud in the loop.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977640"/>
            <a:ext cx="640080" cy="1280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moat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CUI, privilege, and ITAR, a closed API is disqualified by statute. On-device isn’t a preference — it’s the only lawful option.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buyer: anyone who must release documents without releasing the people in them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65960"/>
            <a:ext cx="914400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FOIA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267k backlog, statutory duty, cloud prohibited — the anchor.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965960"/>
            <a:ext cx="914400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/ HIPAA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2152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18 Safe Harbor identifiers before any data is shared.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914400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1072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review — a leak means waiver.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17373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2330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965960"/>
            <a:ext cx="914400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07999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/ aerospace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79992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ITAR &amp; CUI — the cloud is a felony.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0F1A18"/>
          </a:solidFill>
          <a:ln w="12700">
            <a:solidFill>
              <a:srgbClr val="1948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+ legal mandate + no cloud option.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as an on-prem appliance / per-seat license — through GovTech and records-management channels.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286000"/>
            <a:ext cx="2377440" cy="1463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146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fast as AI.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final as a shredder.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be both is to never let the document leave the room.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built on Gemma 4  ·  100% on-device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235440" y="5120640"/>
            <a:ext cx="219456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5532120"/>
            <a:ext cx="182880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· GDG Gemma 4.0 Hackathon · Jul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2026-07-18T05:43:27Z</dcterms:created>
  <dcterms:modified xsi:type="dcterms:W3CDTF">2026-07-18T05:43:27Z</dcterms:modified>
</cp:coreProperties>
</file>